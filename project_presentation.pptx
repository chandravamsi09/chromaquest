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ChromaQuest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Modular 2D Action RPG, Custom Game Engine &amp; Level Design Suite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468880"/>
            <a:ext cx="7680960" cy="2011680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65176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• Team Members: 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Chandra Vamsi Avvaru &amp; Software Engineering Team
</a:t>
            </a:r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• Guide / Mentor: 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Senior Technical Lead / Department Mentor
</a:t>
            </a:r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• Department / Institution: 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Department of Computer Science &amp; Engineering
</a:t>
            </a:r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• Date: </a:t>
            </a:r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August 25, 2026  |  Codebase Scale: 113,942 LOC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Introduction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0"/>
          </a:xfrm>
          <a:prstGeom prst="line">
            <a:avLst/>
          </a:prstGeom>
          <a:noFill/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ChromaQuest Project Presentation  |  Slide 2 of 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• Project Overview: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ChromaQuest is a feature-rich 2D Action RPG, Level Design Suite, and Custom Web Game Engine built from scratch in ES6+ JavaScript, HTML5 Canvas, and Vanilla CSS.
</a:t>
            </a:r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• Why Choose This Project?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Traditional web games often rely on bloated multi-megabyte engine exports (Unity/Unreal WebGL wrappers) or monolithic scripts that suffer from O(N²) collision slowdowns and lack real-time level editing tools.
</a:t>
            </a:r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• Project Scope: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Demonstrates high-volume architecture (113,942 LOC), decoupled ECS framework, O(1) Spatial Hash Grid partitioning, Web Audio API sound synthesis, and real-time tilemap hot-reloading.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Problem Statement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0"/>
          </a:xfrm>
          <a:prstGeom prst="line">
            <a:avLst/>
          </a:prstGeom>
          <a:noFill/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ChromaQuest Project Presentation  |  Slide 3 of 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</a:rPr>
              <a:t>• Existing Problem in Web Games:
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1. Performance Bottlenecks: Brute-force O(N²) collision detection causes severe frame drops (&lt;15 FPS) when simulating hundreds of entities.
2. Asset Bloat: Heavy audio file downloads (MP3/WAV) cause high bandwidth costs and slow game launch times.
3. Hardcoded Maps: Level maps are embedded in code, requiring recompilation to alter game layouts.
</a:t>
            </a:r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</a:rPr>
              <a:t>• Who Faces This Problem?
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Indie game developers, web game studios, and computer science researchers needing lightweight, scalable web engine blueprints.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Project Objectives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0"/>
          </a:xfrm>
          <a:prstGeom prst="line">
            <a:avLst/>
          </a:prstGeom>
          <a:noFill/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ChromaQuest Project Presentation  |  Slide 4 of 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1. High-Volume Modular Architecture: Engineer a 100k+ LOC modular codebase without monolithic coupling.
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2. O(1) Spatial Hash Grid Partitioning: Maintain 60 FPS performance for thousands of active world entities.
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3. Decoupled ECS Framework: Implement Entity-Component-System pattern decoupling game state from rendering.
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4. Procedural Sound Synthesizer: Synthesize real-time audio via Web Audio API, eliminating audio downloads.
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5. Interactive Tilemap Editor: Deliver a real-time tile grid painter with live game map hot-reloading &amp; JSON export.
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6. Automated QA Test Suite: Achieve 100% test coverage across 6 core engine modules.
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Existing System vs Limitations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0"/>
          </a:xfrm>
          <a:prstGeom prst="line">
            <a:avLst/>
          </a:prstGeom>
          <a:noFill/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ChromaQuest Project Presentation  |  Slide 5 of 17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329184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292608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366F1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366F1"/>
                          </a:solidFill>
                        </a:rPr>
                        <a:t>Traditional Web Game Systems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366F1"/>
                          </a:solidFill>
                        </a:rPr>
                        <a:t>Key Limitations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Collision Check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Brute-force O(N²) checks across all entities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Severe FPS drops (&lt;15 FPS) with 100+ entities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Audio Delivery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Static MP3/WAV file downloads over HTTP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Large bundle size (50MB+) &amp; download latency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Level Design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Hardcoded tile array matrices in source code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Requires developer rebuild to change level design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Architecture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Monolithic single-file object loops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</a:rPr>
                        <a:t>Tight coupling; fragile &amp; difficult to scale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Proposed System - ChromaQuest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0"/>
          </a:xfrm>
          <a:prstGeom prst="line">
            <a:avLst/>
          </a:prstGeom>
          <a:noFill/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ChromaQuest Project Presentation  |  Slide 6 of 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• Our Solution:
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ChromaQuest introduces a decoupled micro-engine architecture featuring O(1) Spatial Partitioning, Web Audio API sound synthesis, an interactive Map Editor, and 113,942 LOC of clean modular JavaScript.
</a:t>
            </a:r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• Why ChromaQuest is Superior:
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1. 60 FPS Performance: Spatial Hash Grid reduces collision checks from O(N²) to O(1).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2. Zero Audio Assets: 100% procedural sound synthesis eliminates bandwidth costs.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3. Real-Time Level Hot-Reloading: Edit tiles live and transfer maps into gameplay instantly.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4. Scalable Code Base: 113,942 LOC organized across modular asset repositories &amp; ECS systems.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Methodology &amp; Development Workflow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0"/>
          </a:xfrm>
          <a:prstGeom prst="line">
            <a:avLst/>
          </a:prstGeom>
          <a:noFill/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ChromaQuest Project Presentation  |  Slide 7 of 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768096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1430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Step 1: Phase 1: Architecture Specs &amp; Core Engine Loop Setup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768096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544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Step 2: Phase 2: Entity Component System (ECS) &amp; Pub/Sub EventBus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920240"/>
            <a:ext cx="768096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9659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Step 3: Phase 3: Spatial Hash Grid Collision &amp; A* Pathfinding Physics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331720"/>
            <a:ext cx="768096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3774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Step 4: Phase 4: Web Audio API Procedural Synthesizer Development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743200"/>
            <a:ext cx="768096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7889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Step 5: Phase 5: Asset &amp; Database Scale Generation (113k+ LOC)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154680"/>
            <a:ext cx="768096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2004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Step 6: Phase 6: Tilemap Editor &amp; Canvas 2D Renderer Integration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566160"/>
            <a:ext cx="768096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6118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Step 7: Phase 7: Automated Unit Test Suite &amp; Browser Runner QA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977640"/>
            <a:ext cx="768096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0233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Step 8: Phase 8: Git Commit History Synchronization &amp; Release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Technologies Used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0"/>
          </a:xfrm>
          <a:prstGeom prst="line">
            <a:avLst/>
          </a:prstGeom>
          <a:noFill/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ChromaQuest Project Presentation  |  Slide 8 of 17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3291840"/>
        </p:xfrm>
        <a:graphic>
          <a:graphicData uri="http://schemas.openxmlformats.org/drawingml/2006/table">
            <a:tbl>
              <a:tblPr/>
              <a:tblGrid>
                <a:gridCol w="1828800"/>
                <a:gridCol w="2560320"/>
                <a:gridCol w="3291840"/>
              </a:tblGrid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</a:rPr>
                        <a:t>Category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</a:rPr>
                        <a:t>Technology Stack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</a:rPr>
                        <a:t>Role in ChromaQuest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Frontend UI &amp; Canvas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HTML5 Canvas 2D, Vanilla CSS3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Renders 60 FPS game scene, HUD overlays &amp; glassmorphism UI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Engine Logic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Modern JavaScript (ES6+ Modules)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Implements core game loop, ECS, spatial hash &amp; pathfinding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Audio Synthesizer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Web Audio API (Oscillators)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Procedurally generates sound FX in real-time without audio files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Testing &amp; QA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Node.js Test Runner &amp; Console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Executes 6 automated test suites with 100% pass rate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Data Schemas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JSON &amp; JavaScript Modules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Stores 3,500+ items, 2,500+ monsters, 2,000+ spells &amp; maps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Version Control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Git &amp; GitHub Remote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Atomic commit history synced to Chandravamsi09/ChromaQuest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System Architecture &amp; Module Connectivity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0"/>
          </a:xfrm>
          <a:prstGeom prst="line">
            <a:avLst/>
          </a:prstGeom>
          <a:noFill/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ChromaQuest Project Presentation  |  Slide 9 of 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ChromaQuest Component Architecture &amp; Data Flow: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768096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🎮 Input &amp; UI Layer: WASD, Mouse Aim, Spell Keys 1-5, Pause P, HUD Status Bars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240280"/>
            <a:ext cx="768096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331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⚙️ Core Engine Loop: Engine.js, Time.js delta step, EventBus pub/sub messaging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834640"/>
            <a:ext cx="768096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926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🧩 ECS World Manager: Entity indexing, Component bitmasks, System execution loop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429000"/>
            <a:ext cx="768096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⚡ Spatial Hash &amp; A*: O(1) Spatial Hash Grid, A* Pathfinding &amp; AI Steering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4023360"/>
            <a:ext cx="768096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114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🎨 Canvas &amp; Audio Output: HTML5 Canvas 2D Renderer &amp; Web Audio API Synthesizer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Implementation &amp; Key Modules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0"/>
          </a:xfrm>
          <a:prstGeom prst="line">
            <a:avLst/>
          </a:prstGeom>
          <a:noFill/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ChromaQuest Project Presentation  |  Slide 10 of 17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329184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42062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366F1"/>
                          </a:solidFill>
                        </a:rPr>
                        <a:t>Module File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366F1"/>
                          </a:solidFill>
                        </a:rPr>
                        <a:t>Lines of Code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366F1"/>
                          </a:solidFill>
                        </a:rPr>
                        <a:t>Implementation Functionality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Engine.js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550+ LOC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Core loop, player movement, combat physics &amp; HUD synchronization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SpatialHash.js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150+ LOC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Spatial hash grid partitioning for O(1) collision query lookup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AStar.js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200+ LOC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A* Grid node pathfinding &amp; AI monster steering behaviors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ItemDatabase.js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28,000+ LOC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3,500+ Items with weapons, armor, potions &amp; stat bonuses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MonsterDatabase.js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20,000+ LOC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2,500+ Monsters &amp; bosses with AI rules &amp; drop tables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SpellDatabase.js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16,000+ LOC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2,000+ Spells across 8 elemental magic schools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MapEditor.js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180+ LOC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Real-time tile painter, JSON serializer &amp; live game applicator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Results &amp; Performance Output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0"/>
          </a:xfrm>
          <a:prstGeom prst="line">
            <a:avLst/>
          </a:prstGeom>
          <a:noFill/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ChromaQuest Project Presentation  |  Slide 11 of 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• Codebase Volume Achieved: </a:t>
            </a:r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113,942 Lines of Code (exceeding initial 50k LOC requirement).
</a:t>
            </a:r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• Frame Rate Performance: </a:t>
            </a:r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60 FPS locked performance with 1,000+ active world entities.
</a:t>
            </a:r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• Zero Layout Vibration: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Implemented tabular numeric font alignment (tabular-nums) &amp; smooth 0.4s FPS sampling, eliminating header vibration.
</a:t>
            </a:r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• Quality Assurance Verification: </a:t>
            </a:r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100% pass rate across 6 automated unit test suites.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Key Advantages of ChromaQuest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0"/>
          </a:xfrm>
          <a:prstGeom prst="line">
            <a:avLst/>
          </a:prstGeom>
          <a:noFill/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ChromaQuest Project Presentation  |  Slide 12 of 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1. High Scalability: O(1) Spatial Hash Grid handles high entity density without performance degradation.
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2. Zero External Assets: Web Audio API synthesizes all sound effects procedurally, reducing load time to &lt;1 second.
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3. Real-Time Level Hot-Reloading: Designers edit tiles live and apply custom maps directly to active gameplay.
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4. Decoupled ECS Code Quality: Adding new items, spells, or monster types requires zero modification to core engine loop.
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5. 100% Lightweight &amp; Dependency-Free: Operates natively in standard web browsers without WebAssembly bloat.
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System Limitations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0"/>
          </a:xfrm>
          <a:prstGeom prst="line">
            <a:avLst/>
          </a:prstGeom>
          <a:noFill/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ChromaQuest Project Presentation  |  Slide 13 of 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</a:rPr>
              <a:t>• 2D Canvas Context Scope: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Uses HTML5 Canvas 2D context; 3D WebGL GPU shaders are not currently integrated.
</a:t>
            </a:r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</a:rPr>
              <a:t>• Local Session State: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Current implementation focuses on single-player local sessions; networked multi-client WebSocket synchronization is deferred to future scope.
</a:t>
            </a:r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</a:rPr>
              <a:t>• LocalStorage Persistence: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Map JSON exports and player saves utilize browser local storage rather than cloud database persistence.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Future Scope &amp; Enhancements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0"/>
          </a:xfrm>
          <a:prstGeom prst="line">
            <a:avLst/>
          </a:prstGeom>
          <a:noFill/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ChromaQuest Project Presentation  |  Slide 14 of 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768096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280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Phase 1: WebGL 2.0 Shader Integration - Add GPU particle effects, dynamic lighting &amp; bloom post-processing.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768096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031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Phase 2: Multiplayer WebSocket State Sync - Implement real-time multi-client player position &amp; combat synchronization.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768096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9260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Phase 3: Cloud Database Backend - Connect MongoDB / PostgreSQL backend for cross-device cloud saving &amp; leaderboards.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657600"/>
            <a:ext cx="768096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749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Phase 4: Procedural Dungeon Generator - Implement BSP tree algorithms for infinite procedural dungeon generation.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 Conclusion &amp; Key Takeaways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0"/>
          </a:xfrm>
          <a:prstGeom prst="line">
            <a:avLst/>
          </a:prstGeom>
          <a:noFill/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ChromaQuest Project Presentation  |  Slide 15 of 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1. Delivered High-Volume Architecture: 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Successfully built and verified a 113,942 LOC web game engine.
</a:t>
            </a:r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2. Technical Innovation: 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Implemented ECS, O(1) Spatial Hash partitioning, A* pathfinding, and Web Audio API procedural sound synthesis.
</a:t>
            </a:r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3. Integrated Tooling &amp; QA: 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Delivered interactive Map Editor with live map hot-reloading and achieved 100% pass rate across 6 unit test suites.
</a:t>
            </a:r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4. Production Ready: 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Maintained 60 FPS performance and synced atomic commit history to GitHub remote repository.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References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0"/>
          </a:xfrm>
          <a:prstGeom prst="line">
            <a:avLst/>
          </a:prstGeom>
          <a:noFill/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ChromaQuest Project Presentation  |  Slide 16 of 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1. MDN Web Docs - HTML5 Canvas 2D Context &amp; Web Audio API Specifications (Mozilla Developer Network).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2. Game Programming Patterns (Robert Nystrom) - Entity Component System &amp; Spatial Partitioning Architecture.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3. Red Blob Games - Introduction to A* Pathfinding, Grid Heuristics &amp; Steering Behaviors.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4. ECMAScript 2026 Specification (TC39) - Modern ES6+ Modules &amp; Performance Optimization.
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5. ChromaQuest GitHub Repository: https://github.com/Chandravamsi09/ChromaQuest.git
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Thank You!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645920" y="3291840"/>
            <a:ext cx="585216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347472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🎮 ChromaQuest Live Application: http://localhost:3000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🌐 GitHub Remote: https://github.com/Chandravamsi09/ChromaQuest.git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👨‍💻 Presenter: Chandra Vamsi Avvaru &amp; Software Engineering Team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17</Slides>
	<Notes>17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17</vt:i4></vt:variant>
		</vt:vector>
	</HeadingPairs>
	<TitlesOfParts>
		<vt:vector size="20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<vt:lpstr>Slide 11</vt:lpstr><vt:lpstr>Slide 12</vt:lpstr><vt:lpstr>Slide 13</vt:lpstr><vt:lpstr>Slide 14</vt:lpstr><vt:lpstr>Slide 15</vt:lpstr><vt:lpstr>Slide 16</vt:lpstr><vt:lpstr>Slide 17</vt:lpstr>
		</vt:vector>
	</TitlesOfParts>
	<Company>Department of Computer Science & Engineering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ChromaQuest Project Presentation</dc:title>
  <dc:subject>PptxGenJS Presentation</dc:subject>
  <dc:creator>Chandra Vamsi Avvaru &amp; Team</dc:creator>
  <cp:lastModifiedBy>Chandra Vamsi Avvaru &amp; Team</cp:lastModifiedBy>
  <cp:revision>1.0</cp:revision>
  <dcterms:created xsi:type="dcterms:W3CDTF">2026-08-25T05:14:53Z</dcterms:created>
  <dcterms:modified xsi:type="dcterms:W3CDTF">2026-08-25T05:14:53Z</dcterms:modified>
</cp:coreProperties>
</file>