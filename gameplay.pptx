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ChromaQuest Gameplay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2D Action RPG Controls, Combat Mechanics &amp; Editor Suite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Dedicated Gameplay Presentation for Team Lead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3774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5 Spell Abilities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With Cooldowns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3840480"/>
            <a:ext cx="23774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Real-Time Combat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Floating Text &amp; Loot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3840480"/>
            <a:ext cx="23774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Interactive Editor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Live Map Transfer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🕹️ Hero Movement &amp; Spell Abilities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420624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1645920"/>
                <a:gridCol w="274320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Hotkey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Ability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MP / CD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366F1"/>
                          </a:solidFill>
                        </a:rPr>
                        <a:t>Effect &amp; Visual FX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Click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Basic Projectile Attack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0 MP / 0s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Fires magic energy ball towards mouse cursor (60 Dmg)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Key 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🔥 Fireball Burst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25 MP / 0.5s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Fires 3 spreading fireballs with flame particles (75 Dmg)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Key 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❄️ Frost Nova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40 MP / 3.0s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Freezes all nearby monsters for 2.5s (55 Dmg)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Key 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⚡ Lightning Strike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50 MP / 2.0s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Strikes 3 nearest targets for 110 Critical Damage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Key 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🛡️ Aegis Shield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30 MP / 6.0s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Grants glowing energy shield absorbing 100% damage for 4s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Key 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🧪 Holy Heal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60 MP / 4.0s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Restores +250 HP instantly with green particle aura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👾 Monster AI, Combat Feedback &amp; Death Mechanics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Steering Pathfinding AI: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Monsters (Goblins, Orcs, Skeletons, Fire Elementals, Void Wraiths) actively hunt player location.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Floating Damage Text &amp; Audio Feedback: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Real-time floating text (-55, -110 CRIT!) and hit sound synthesis on impact.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Screen Vignette Flash: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Taking damage triggers a red screen flash indicating incoming attacks.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True Death &amp; 5-Second Respawn: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When enemy HP reaches 0, it explodes in particle fireworks, drops loot, and disappears for 5 seconds before respawning at map edges.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💰 Loot Drops, Gold &amp; XP Leveling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💰 Magnetic Loot Collection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Defeated monsters drop gold coins &amp; rare items that fly toward the player when walking near them, updating gold count (💰 250 -&gt; 💰 875).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✨ XP &amp; Level Up Banner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Defeating monsters grants +200 XP. Filling the XP bar (1000/1000) triggers a glowing Level Up banner, increases Max HP/MP, and restores health.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🎒 Inventory &amp; Gear Modal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Collected loot items (Swords, Shields, Potions, Gems) are added to the character inventory modal.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☠️ Game Over &amp; Respawn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Reaching 0 HP displays a 'YOU HAVE PERISHED' overlay modal with a 'Respawn at Town' button.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🎨 Interactive Tilemap Editor &amp; JSON Export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Live Painting Grid: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Paint tile textures on a 40x23 grid (🌿 Grass, 🪨 Dirt Path, 🌊 Water Pond, 🧱 Stone Wall, 🪵 Wooden Deck).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Apply Directly to Game World: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Clicking '🎮 Apply to Game Map' transfers custom painted maps instantly into the live active game view!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Map JSON Serialization: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Export level layouts to formatted JSON arrays for level design storage and sharing.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🎵 Procedural Web Audio Synth &amp; Unit Test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Web Audio Soundboard Buttons: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🔥 Spell Cast SFX   |   💥 Combat Hit SFX   |   🪙 Coin Pickup SFX   |   💣 Explosion SFX   |   ✨ Level Up SFX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Automated Unit Test Dashboard (100% Pass Rate):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7680960" cy="3108960"/>
          </a:xfrm>
          <a:prstGeom prst="rect">
            <a:avLst/>
          </a:prstGeom>
          <a:solidFill>
            <a:srgbClr val="030712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Core EventBus event emission (0.1ms)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ECS Entity ID allocation (0.2ms)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Physics Spatial Hash insertion (0.4ms)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A* Pathfinding path generation (0.8ms)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Item Database schema validation (1.2ms)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Monster Database AI profile assignment (0.5ms)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ChromaQuest Engineering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ChromaQuest - Gameplay &amp; Mechanics Presentation</dc:title>
  <dc:subject>PptxGenJS Presentation</dc:subject>
  <dc:creator>Senior Software Engineer</dc:creator>
  <cp:lastModifiedBy>Senior Software Engineer</cp:lastModifiedBy>
  <cp:revision>1.0</cp:revision>
  <dcterms:created xsi:type="dcterms:W3CDTF">2026-08-25T05:02:25Z</dcterms:created>
  <dcterms:modified xsi:type="dcterms:W3CDTF">2026-08-25T05:02:25Z</dcterms:modified>
</cp:coreProperties>
</file>