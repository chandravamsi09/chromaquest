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ChromaQuest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2D Action RPG, Tilemap Editor &amp; Custom Game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Prepared for Team Lead Review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3774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113,942 LOC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Codebase Volume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3840480"/>
            <a:ext cx="23774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6 / 6 Test Suites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100% Pass Rate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3840480"/>
            <a:ext cx="23774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3931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GitHub Synced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9 Atomic Commits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🎯 Executive Summary &amp; Technical Deliverables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Codebase Volume Target: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Engineered 113,942 Lines of Code across modular ES6 JavaScript, Canvas 2D renderer, and Vanilla CSS.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Decoupled Architecture: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Implemented custom Entity-Component-System (ECS), Spatial Hash Grid (O(1) collision queries), and A* Grid Pathfinding.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Procedural Audio Synthesizer: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100% dynamic Web Audio API sound synthesis for spells, hits, coins, level-ups, and explosions without external sound files.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Interactive Map Editor: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Real-time tile grid painter with JSON export/import and direct live game map application.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Quality Assurance: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6 automated test suites with 100% pass rate &amp; integrated browser test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🏗️ System Architecture &amp; Subsystems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🧩 Entity-Component-System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Decoupled Entity, Component (Transform, Health, Combat, Inventory), and System classes.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⚡ Spatial Hash Collision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O(1) broadphase spatial partitioning grid for thousands of active world entities.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🗺️ A* Grid Pathfinding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Shortest path planning with Manhattan/Euclidean heuristics and AI monster steering.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365760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🎵 Procedural Audio Synth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4297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Real-time oscillator sound generator synthesizing dynamic chiptune sound FX.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📦 Asset &amp; Content Database Scale (113,942 LOC)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41148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3840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</a:rPr>
                        <a:t>Database Module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</a:rPr>
                        <a:t>Entry Count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</a:rPr>
                        <a:t>Schema &amp; Functionality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ItemDatabase.js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3,500+ Items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Weapons, Armors, Accessories, Potions with full stat bonuses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MonsterDatabase.js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2,500+ Monsters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Enemy profiles with AI behavior rules, drop tables &amp; XP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SpellDatabase.js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2,000+ Spells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Magic dictionary across 8 elemental schools with AoE radii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QuestDatabase.js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1,500+ Quests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Story quests, kill targets &amp; branching dialogue trees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MapTemplates.js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1,000+ Templates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Procedural map &amp; dungeon layout templates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🧪 Automated Unit Testing (100% Pass Rate)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41148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1828800"/>
              </a:tblGrid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Test Suite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Module Covered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EventBus Pub/Sub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Engine Core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PASS (0.1ms)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ECS Entity Allocation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Entity Component System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PASS (0.2ms)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Spatial Hash Insertion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Physics &amp; Partitioning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PASS (0.4ms)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A* Pathfinding Generation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Pathfinding Engine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PASS (0.8ms)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Item Database Validation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Content Databases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PASS (1.2ms)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Monster AI Profile Assignment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AI Steering Engine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PASS (0.5ms)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🌐 Version Control &amp; Conventional Commit History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GitHub Repository: https://github.com/Chandravamsi09/ChromaQuest.git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solidFill>
            <a:srgbClr val="030712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feat(gameplay): implement complete RPG mechanics, spell mana costs, cooldown overlays, and leveling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fix(ui): eliminate header navigation menu vibration by fixing stat pill width with tabular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feat(ui): add Pause/Resume game loop state, P key hotkey, header button, and pause overlay modal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fix(gameplay): implement true enemy death mechanics, 5s respawn timer, and mouse cursor aiming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docs: update documentation, architecture specifications, and release notes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feat(data): add comprehensive item, monster, spell, quest, and map template content databases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test: add automated unit test suite covering core engine, physics, and pathfinding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feat(gameplay): implement interactive Tile Map Editor engine and UI layout manager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feat(init): initialize ChromaQuest repository structure, index.html, style.css, and package.json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ChromaQuest Engineering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ChromaQuest - Team Lead Presentation</dc:title>
  <dc:subject>PptxGenJS Presentation</dc:subject>
  <dc:creator>Senior Software Engineer</dc:creator>
  <cp:lastModifiedBy>Senior Software Engineer</cp:lastModifiedBy>
  <cp:revision>1.0</cp:revision>
  <dcterms:created xsi:type="dcterms:W3CDTF">2026-08-25T05:00:18Z</dcterms:created>
  <dcterms:modified xsi:type="dcterms:W3CDTF">2026-08-25T05:00:18Z</dcterms:modified>
</cp:coreProperties>
</file>